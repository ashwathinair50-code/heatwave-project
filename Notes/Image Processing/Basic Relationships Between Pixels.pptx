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22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63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06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36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24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5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5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033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88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11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65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17828-FE17-4202-AD09-2AF191AEEB0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10FA5-E81A-4453-8753-8AFB6C021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31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2657"/>
            <a:ext cx="7772400" cy="720079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Basic Relationships Between Pixels</a:t>
            </a:r>
            <a:endParaRPr lang="en-IN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9632" y="1196752"/>
            <a:ext cx="6400800" cy="4896544"/>
          </a:xfrm>
        </p:spPr>
        <p:txBody>
          <a:bodyPr>
            <a:normAutofit/>
          </a:bodyPr>
          <a:lstStyle/>
          <a:p>
            <a:pPr algn="l"/>
            <a:r>
              <a:rPr lang="en-US" smtClean="0">
                <a:solidFill>
                  <a:schemeClr val="tx1"/>
                </a:solidFill>
              </a:rPr>
              <a:t>• </a:t>
            </a:r>
            <a:r>
              <a:rPr lang="en-US" dirty="0" smtClean="0">
                <a:solidFill>
                  <a:schemeClr val="tx1"/>
                </a:solidFill>
              </a:rPr>
              <a:t>Neighborhood 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• Adjacency 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• Connectivity </a:t>
            </a:r>
          </a:p>
        </p:txBody>
      </p:sp>
    </p:spTree>
    <p:extLst>
      <p:ext uri="{BB962C8B-B14F-4D97-AF65-F5344CB8AC3E}">
        <p14:creationId xmlns:p14="http://schemas.microsoft.com/office/powerpoint/2010/main" val="2563094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Neighbors of a Pixel </a:t>
            </a:r>
          </a:p>
          <a:p>
            <a:pPr marL="0" indent="0">
              <a:buNone/>
            </a:pPr>
            <a:r>
              <a:rPr lang="en-US" sz="2000" dirty="0" smtClean="0"/>
              <a:t>• Any pixel p(x, y) has two vertical and two horizontal neighbors, given by (x+1, y), (x-1, y), (x, y+1), (x, y-1)</a:t>
            </a:r>
          </a:p>
          <a:p>
            <a:pPr marL="0" indent="0">
              <a:buNone/>
            </a:pPr>
            <a:r>
              <a:rPr lang="en-US" sz="2000" dirty="0" smtClean="0"/>
              <a:t>• This set of pixels are called the 4-neighbors of P, and is denoted by </a:t>
            </a:r>
            <a:r>
              <a:rPr lang="en-US" sz="2000" b="1" dirty="0" smtClean="0"/>
              <a:t>N</a:t>
            </a:r>
            <a:r>
              <a:rPr lang="en-US" sz="2000" b="1" baseline="-25000" dirty="0" smtClean="0"/>
              <a:t>4</a:t>
            </a:r>
            <a:r>
              <a:rPr lang="en-US" sz="2000" b="1" dirty="0" smtClean="0"/>
              <a:t>(P)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• Each of them are at a unit distance from P.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• The four diagonal neighbors of p(</a:t>
            </a:r>
            <a:r>
              <a:rPr lang="en-US" sz="2000" dirty="0" err="1" smtClean="0"/>
              <a:t>x,y</a:t>
            </a:r>
            <a:r>
              <a:rPr lang="en-US" sz="2000" dirty="0" smtClean="0"/>
              <a:t>) are given by, (x+1, y+1), (x+1, y-1), (x-1, y+1), (x-1 ,y-1) </a:t>
            </a:r>
          </a:p>
          <a:p>
            <a:pPr marL="0" indent="0">
              <a:buNone/>
            </a:pPr>
            <a:r>
              <a:rPr lang="en-US" sz="2000" dirty="0" smtClean="0"/>
              <a:t>• This set is denoted by </a:t>
            </a:r>
            <a:r>
              <a:rPr lang="en-US" sz="2000" b="1" dirty="0" smtClean="0"/>
              <a:t>N</a:t>
            </a:r>
            <a:r>
              <a:rPr lang="en-US" sz="2000" b="1" baseline="-25000" dirty="0" smtClean="0"/>
              <a:t> D</a:t>
            </a:r>
            <a:r>
              <a:rPr lang="en-US" sz="2000" b="1" dirty="0" smtClean="0"/>
              <a:t>(P)</a:t>
            </a:r>
            <a:r>
              <a:rPr lang="en-US" sz="2000" dirty="0" smtClean="0"/>
              <a:t>. </a:t>
            </a:r>
          </a:p>
          <a:p>
            <a:pPr marL="0" indent="0">
              <a:buNone/>
            </a:pPr>
            <a:r>
              <a:rPr lang="en-US" sz="2000" dirty="0" smtClean="0"/>
              <a:t>• The points N</a:t>
            </a:r>
            <a:r>
              <a:rPr lang="en-US" sz="2000" b="1" baseline="-25000" dirty="0" smtClean="0"/>
              <a:t>D</a:t>
            </a:r>
            <a:r>
              <a:rPr lang="en-US" sz="2000" dirty="0" smtClean="0"/>
              <a:t>(P) and N</a:t>
            </a:r>
            <a:r>
              <a:rPr lang="en-US" sz="2000" b="1" baseline="-25000" dirty="0" smtClean="0"/>
              <a:t>4</a:t>
            </a:r>
            <a:r>
              <a:rPr lang="en-US" sz="2000" dirty="0" smtClean="0"/>
              <a:t>(P) are together known as 8-neighbors of the point P, denoted by </a:t>
            </a:r>
            <a:r>
              <a:rPr lang="en-US" sz="2000" b="1" dirty="0" smtClean="0"/>
              <a:t>N</a:t>
            </a:r>
            <a:r>
              <a:rPr lang="en-US" sz="2000" b="1" baseline="-25000" dirty="0" smtClean="0"/>
              <a:t>8</a:t>
            </a:r>
            <a:r>
              <a:rPr lang="en-US" sz="2000" b="1" dirty="0" smtClean="0"/>
              <a:t>(P)</a:t>
            </a:r>
            <a:r>
              <a:rPr lang="en-US" sz="2000" dirty="0" smtClean="0"/>
              <a:t>. </a:t>
            </a:r>
          </a:p>
          <a:p>
            <a:pPr marL="0" indent="0">
              <a:buNone/>
            </a:pPr>
            <a:r>
              <a:rPr lang="en-US" sz="2000" dirty="0" smtClean="0"/>
              <a:t>• Some of the points in the N</a:t>
            </a:r>
            <a:r>
              <a:rPr lang="en-US" sz="2000" b="1" baseline="-25000" dirty="0" smtClean="0"/>
              <a:t>4</a:t>
            </a:r>
            <a:r>
              <a:rPr lang="en-US" sz="2000" dirty="0" smtClean="0"/>
              <a:t>, N</a:t>
            </a:r>
            <a:r>
              <a:rPr lang="en-US" sz="2000" b="1" baseline="-25000" dirty="0" smtClean="0"/>
              <a:t>D</a:t>
            </a:r>
            <a:r>
              <a:rPr lang="en-US" sz="2000" dirty="0" smtClean="0"/>
              <a:t> and N</a:t>
            </a:r>
            <a:r>
              <a:rPr lang="en-US" sz="2000" b="1" baseline="-25000" dirty="0" smtClean="0"/>
              <a:t>8</a:t>
            </a:r>
            <a:r>
              <a:rPr lang="en-US" sz="2000" dirty="0" smtClean="0"/>
              <a:t> may fall outside image when P lies on the border of image.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36905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Neighbors of a pixel </a:t>
            </a:r>
          </a:p>
          <a:p>
            <a:r>
              <a:rPr lang="en-US" dirty="0" smtClean="0"/>
              <a:t>4-neighbors of a pixel p are its vertical and horizontal neighbors </a:t>
            </a:r>
          </a:p>
          <a:p>
            <a:r>
              <a:rPr lang="en-US" dirty="0" smtClean="0"/>
              <a:t>8-neighbors of a pixel p are its vertical horizontal and 4 diagonal neighbors</a:t>
            </a:r>
          </a:p>
          <a:p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170" y="4437112"/>
            <a:ext cx="4834706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06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200" b="1" dirty="0"/>
              <a:t>Adjacency between pixels</a:t>
            </a:r>
          </a:p>
          <a:p>
            <a:pPr marL="400050" lvl="1" indent="0">
              <a:buNone/>
            </a:pPr>
            <a:r>
              <a:rPr lang="en-US" dirty="0" smtClean="0"/>
              <a:t>Two pixels that are neighbors and have the same gray level are adjacent.</a:t>
            </a:r>
          </a:p>
          <a:p>
            <a:pPr marL="40005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consider three types of adjacency:</a:t>
            </a:r>
          </a:p>
          <a:p>
            <a:r>
              <a:rPr lang="en-US" b="1" dirty="0"/>
              <a:t>a) 4-adjacency:</a:t>
            </a:r>
            <a:r>
              <a:rPr lang="en-US" dirty="0"/>
              <a:t> Two pixels p and q with values from V are 4-adjacent if q is in the set N4(p).</a:t>
            </a:r>
          </a:p>
          <a:p>
            <a:r>
              <a:rPr lang="en-US" b="1" dirty="0"/>
              <a:t>b) 8-adjacency:</a:t>
            </a:r>
            <a:r>
              <a:rPr lang="en-US" dirty="0"/>
              <a:t> Two pixels p and q with values from V are 8-adjacent if q is in the set N8(p).</a:t>
            </a:r>
          </a:p>
          <a:p>
            <a:r>
              <a:rPr lang="en-US" b="1" dirty="0" smtClean="0"/>
              <a:t>c</a:t>
            </a:r>
            <a:r>
              <a:rPr lang="en-US" b="1" dirty="0"/>
              <a:t>) m-adjacency(mixed adjacency):</a:t>
            </a:r>
            <a:r>
              <a:rPr lang="en-US" dirty="0"/>
              <a:t> Two pixels p and q with values from V are m-adjacent if</a:t>
            </a:r>
          </a:p>
          <a:p>
            <a:pPr marL="857250" lvl="1" indent="-457200"/>
            <a:r>
              <a:rPr lang="en-US" dirty="0"/>
              <a:t>q is in N4(p), </a:t>
            </a:r>
            <a:r>
              <a:rPr lang="en-US" dirty="0" smtClean="0"/>
              <a:t>or</a:t>
            </a:r>
          </a:p>
          <a:p>
            <a:pPr marL="400050" lvl="1" indent="0">
              <a:buNone/>
            </a:pPr>
            <a:endParaRPr lang="en-US" dirty="0"/>
          </a:p>
          <a:p>
            <a:pPr marL="857250" lvl="1" indent="-457200"/>
            <a:r>
              <a:rPr lang="en-US" dirty="0" smtClean="0"/>
              <a:t>q </a:t>
            </a:r>
            <a:r>
              <a:rPr lang="en-US" dirty="0"/>
              <a:t>is in ND(p) and the set N4(p)∩N4(q) has no pixels whose values are from V.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471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500" b="1" dirty="0"/>
              <a:t>Connectivity between pixels</a:t>
            </a:r>
          </a:p>
          <a:p>
            <a:pPr marL="0" indent="0">
              <a:buNone/>
            </a:pPr>
            <a:r>
              <a:rPr lang="en-US" sz="3300" dirty="0"/>
              <a:t>It is an important concept in digital image processing.</a:t>
            </a:r>
          </a:p>
          <a:p>
            <a:pPr marL="0" indent="0">
              <a:buNone/>
            </a:pPr>
            <a:r>
              <a:rPr lang="en-US" sz="3300" dirty="0"/>
              <a:t>It is used for establishing boundaries of objects and components of regions in an image.</a:t>
            </a:r>
          </a:p>
          <a:p>
            <a:pPr marL="0" indent="0">
              <a:buNone/>
            </a:pPr>
            <a:r>
              <a:rPr lang="en-US" sz="3300" dirty="0"/>
              <a:t>Two pixels are said to be connected:</a:t>
            </a:r>
          </a:p>
          <a:p>
            <a:r>
              <a:rPr lang="en-US" sz="3300" dirty="0"/>
              <a:t>if they are adjacent in some sense(</a:t>
            </a:r>
            <a:r>
              <a:rPr lang="en-US" sz="3300" dirty="0" err="1"/>
              <a:t>neighbour</a:t>
            </a:r>
            <a:r>
              <a:rPr lang="en-US" sz="3300" dirty="0"/>
              <a:t> pixels,4/8/m-adjacency)</a:t>
            </a:r>
          </a:p>
          <a:p>
            <a:r>
              <a:rPr lang="en-US" sz="3300" dirty="0"/>
              <a:t>if their gray levels satisfy a specified criterion of similarity(equal intensity level</a:t>
            </a:r>
            <a:r>
              <a:rPr lang="en-US" sz="3300" dirty="0" smtClean="0"/>
              <a:t>)</a:t>
            </a:r>
          </a:p>
          <a:p>
            <a:pPr marL="0" indent="0">
              <a:buNone/>
            </a:pPr>
            <a:endParaRPr lang="en-US" sz="3300" dirty="0"/>
          </a:p>
          <a:p>
            <a:pPr marL="0" indent="0">
              <a:buNone/>
            </a:pPr>
            <a:r>
              <a:rPr lang="en-US" sz="3300" dirty="0"/>
              <a:t>There are three types of connectivity on the basis of adjacency. They are:</a:t>
            </a:r>
          </a:p>
          <a:p>
            <a:pPr marL="400050" lvl="1" indent="0">
              <a:buNone/>
            </a:pPr>
            <a:r>
              <a:rPr lang="en-US" sz="3300" b="1" dirty="0"/>
              <a:t>a) 4-connectivity:</a:t>
            </a:r>
            <a:r>
              <a:rPr lang="en-US" sz="3300" dirty="0"/>
              <a:t> Two or more pixels are said to be 4-connected if they are 4-adjacent with each others.</a:t>
            </a:r>
          </a:p>
          <a:p>
            <a:pPr marL="400050" lvl="1" indent="0">
              <a:buNone/>
            </a:pPr>
            <a:r>
              <a:rPr lang="en-US" sz="3300" b="1" dirty="0"/>
              <a:t>b) 8-connectivity:</a:t>
            </a:r>
            <a:r>
              <a:rPr lang="en-US" sz="3300" dirty="0"/>
              <a:t> Two or more pixels are said to be 8-connected if they are 8-adjacent with each others.</a:t>
            </a:r>
          </a:p>
          <a:p>
            <a:pPr marL="400050" lvl="1" indent="0">
              <a:buNone/>
            </a:pPr>
            <a:r>
              <a:rPr lang="en-US" sz="3300" b="1" dirty="0"/>
              <a:t>c) m-connectivity:</a:t>
            </a:r>
            <a:r>
              <a:rPr lang="en-US" sz="3300" dirty="0"/>
              <a:t> Two or more pixels are said to be m-connected if they are m-adjacent with each others.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19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924944"/>
            <a:ext cx="6610350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67544" y="1700808"/>
            <a:ext cx="55285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Connectivity between pixels (</a:t>
            </a:r>
            <a:r>
              <a:rPr lang="en-US" sz="2800" b="1" dirty="0" err="1" smtClean="0"/>
              <a:t>contd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22723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309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Basic Relationships Between Pixels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Relationships Between Pixels</dc:title>
  <dc:creator>Admin</dc:creator>
  <cp:lastModifiedBy>Admin</cp:lastModifiedBy>
  <cp:revision>18</cp:revision>
  <dcterms:created xsi:type="dcterms:W3CDTF">2026-01-03T05:02:13Z</dcterms:created>
  <dcterms:modified xsi:type="dcterms:W3CDTF">2026-01-03T10:31:20Z</dcterms:modified>
</cp:coreProperties>
</file>