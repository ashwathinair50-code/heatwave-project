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93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204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62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515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95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10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71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0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429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32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56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027D7-52B1-41D7-86E9-7B5F183D87C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EC85A-014F-4B31-9D0A-EDBE98D976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82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Distance Measure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/>
              <a:t>A mathematical function calculating the separation or likeness between points in an image, often pixel coordinates or feature vectors</a:t>
            </a:r>
            <a:r>
              <a:rPr lang="en-US" sz="2600" dirty="0" smtClean="0"/>
              <a:t>.</a:t>
            </a:r>
          </a:p>
          <a:p>
            <a:r>
              <a:rPr lang="en-IN" sz="2600" b="1" dirty="0"/>
              <a:t>Euclidean (L2):</a:t>
            </a:r>
            <a:r>
              <a:rPr lang="en-IN" sz="2600" dirty="0"/>
              <a:t> </a:t>
            </a:r>
            <a:endParaRPr lang="en-IN" sz="2600" dirty="0" smtClean="0"/>
          </a:p>
          <a:p>
            <a:pPr marL="400050" lvl="1" indent="0">
              <a:buNone/>
            </a:pPr>
            <a:r>
              <a:rPr lang="en-IN" sz="2600" dirty="0" smtClean="0"/>
              <a:t>Straight-line </a:t>
            </a:r>
            <a:r>
              <a:rPr lang="en-IN" sz="2600" dirty="0"/>
              <a:t>distance, great for general comparison</a:t>
            </a:r>
            <a:r>
              <a:rPr lang="en-IN" sz="2600" dirty="0" smtClean="0"/>
              <a:t>.</a:t>
            </a:r>
          </a:p>
          <a:p>
            <a:endParaRPr lang="en-IN" sz="2600" b="1" dirty="0" smtClean="0"/>
          </a:p>
          <a:p>
            <a:endParaRPr lang="en-IN" sz="2600" b="1" dirty="0" smtClean="0"/>
          </a:p>
          <a:p>
            <a:r>
              <a:rPr lang="en-IN" sz="2600" b="1" dirty="0" smtClean="0"/>
              <a:t>Manhattan </a:t>
            </a:r>
            <a:r>
              <a:rPr lang="en-IN" sz="2600" b="1" dirty="0"/>
              <a:t>(City Block):</a:t>
            </a:r>
            <a:r>
              <a:rPr lang="en-IN" sz="2600" dirty="0"/>
              <a:t> </a:t>
            </a:r>
            <a:r>
              <a:rPr lang="en-IN" sz="2400" dirty="0"/>
              <a:t>(4-connectivity)</a:t>
            </a:r>
            <a:endParaRPr lang="en-IN" sz="2600" dirty="0" smtClean="0"/>
          </a:p>
          <a:p>
            <a:pPr marL="400050" lvl="1" indent="0">
              <a:buNone/>
            </a:pPr>
            <a:r>
              <a:rPr lang="en-IN" sz="2600" dirty="0" smtClean="0"/>
              <a:t>Sum </a:t>
            </a:r>
            <a:r>
              <a:rPr lang="en-IN" sz="2600" dirty="0"/>
              <a:t>of absolute differences in coordinates, good for grid-like movements</a:t>
            </a:r>
            <a:r>
              <a:rPr lang="en-IN" sz="2600" dirty="0" smtClean="0"/>
              <a:t>.</a:t>
            </a:r>
          </a:p>
          <a:p>
            <a:pPr marL="400050" lvl="1" indent="0">
              <a:buNone/>
            </a:pPr>
            <a:r>
              <a:rPr lang="en-IN" sz="2400" dirty="0"/>
              <a:t> </a:t>
            </a:r>
            <a:r>
              <a:rPr lang="en-IN" sz="2400" dirty="0" smtClean="0"/>
              <a:t>d4(</a:t>
            </a:r>
            <a:r>
              <a:rPr lang="en-IN" sz="2400" dirty="0" err="1" smtClean="0"/>
              <a:t>p,q</a:t>
            </a:r>
            <a:r>
              <a:rPr lang="en-IN" sz="2400" dirty="0" smtClean="0"/>
              <a:t>) = ∣</a:t>
            </a:r>
            <a:r>
              <a:rPr lang="en-IN" sz="2400" dirty="0"/>
              <a:t>x1−x2∣+∣y1−</a:t>
            </a:r>
            <a:r>
              <a:rPr lang="en-IN" sz="2400" dirty="0" smtClean="0"/>
              <a:t>y2​∣</a:t>
            </a:r>
            <a:endParaRPr lang="en-IN" sz="2400" dirty="0"/>
          </a:p>
          <a:p>
            <a:pPr marL="400050" lvl="1" indent="0">
              <a:buNone/>
            </a:pPr>
            <a:endParaRPr lang="en-IN" sz="2600" dirty="0"/>
          </a:p>
          <a:p>
            <a:r>
              <a:rPr lang="en-IN" sz="2600" b="1" dirty="0"/>
              <a:t>Chessboard (</a:t>
            </a:r>
            <a:r>
              <a:rPr lang="en-IN" sz="2600" b="1" dirty="0" err="1"/>
              <a:t>Chebyshev</a:t>
            </a:r>
            <a:r>
              <a:rPr lang="en-IN" sz="2600" b="1" dirty="0"/>
              <a:t>):</a:t>
            </a:r>
            <a:r>
              <a:rPr lang="en-IN" sz="2600" dirty="0"/>
              <a:t> </a:t>
            </a:r>
            <a:r>
              <a:rPr lang="en-IN" sz="2400" dirty="0"/>
              <a:t>(8-connectivity)</a:t>
            </a:r>
            <a:endParaRPr lang="en-IN" sz="2600" dirty="0" smtClean="0"/>
          </a:p>
          <a:p>
            <a:pPr marL="400050" lvl="1" indent="0">
              <a:buNone/>
            </a:pPr>
            <a:r>
              <a:rPr lang="en-IN" sz="2600" dirty="0" smtClean="0"/>
              <a:t>Maximum </a:t>
            </a:r>
            <a:r>
              <a:rPr lang="en-IN" sz="2600" dirty="0"/>
              <a:t>absolute difference in coordinates, ideal for diagonal steps</a:t>
            </a:r>
            <a:r>
              <a:rPr lang="en-IN" sz="2600" dirty="0" smtClean="0"/>
              <a:t>.</a:t>
            </a:r>
          </a:p>
          <a:p>
            <a:pPr marL="400050" lvl="1" indent="0">
              <a:buNone/>
            </a:pPr>
            <a:r>
              <a:rPr lang="en-IN" sz="2000" dirty="0" smtClean="0"/>
              <a:t>d8(</a:t>
            </a:r>
            <a:r>
              <a:rPr lang="en-IN" sz="2000" dirty="0" err="1" smtClean="0"/>
              <a:t>p,q</a:t>
            </a:r>
            <a:r>
              <a:rPr lang="en-IN" sz="2000" dirty="0"/>
              <a:t>) = </a:t>
            </a:r>
            <a:r>
              <a:rPr lang="en-IN" sz="2000" dirty="0" smtClean="0"/>
              <a:t>max(∣</a:t>
            </a:r>
            <a:r>
              <a:rPr lang="en-IN" sz="2000" dirty="0"/>
              <a:t>x1−x2</a:t>
            </a:r>
            <a:r>
              <a:rPr lang="en-IN" sz="2000" dirty="0" smtClean="0"/>
              <a:t>∣,∣</a:t>
            </a:r>
            <a:r>
              <a:rPr lang="en-IN" sz="2000" dirty="0"/>
              <a:t>y1−y2</a:t>
            </a:r>
            <a:r>
              <a:rPr lang="en-IN" sz="2000" dirty="0" smtClean="0"/>
              <a:t>​∣)</a:t>
            </a:r>
          </a:p>
          <a:p>
            <a:pPr marL="400050" lvl="1" indent="0">
              <a:buNone/>
            </a:pPr>
            <a:endParaRPr lang="en-IN" sz="2600" dirty="0" smtClean="0"/>
          </a:p>
          <a:p>
            <a:pPr marL="400050" lvl="1" indent="0">
              <a:buNone/>
            </a:pPr>
            <a:endParaRPr lang="en-IN" sz="2600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467014"/>
            <a:ext cx="3528392" cy="797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770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Distance Measure 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Dm</a:t>
            </a:r>
            <a:r>
              <a:rPr lang="en-US" sz="2400" b="1" dirty="0"/>
              <a:t> distance (or m-distance)</a:t>
            </a:r>
            <a:r>
              <a:rPr lang="en-US" sz="2400" dirty="0"/>
              <a:t> defines the shortest path between pixels, but </a:t>
            </a:r>
            <a:r>
              <a:rPr lang="en-US" sz="2400" i="1" dirty="0"/>
              <a:t>only</a:t>
            </a:r>
            <a:r>
              <a:rPr lang="en-US" sz="2400" dirty="0"/>
              <a:t> through pixels that are neighbors (4- or 8-connected) and belong to a specified intensity value set </a:t>
            </a:r>
            <a:r>
              <a:rPr lang="en-US" sz="2400" dirty="0" smtClean="0"/>
              <a:t>'v'.</a:t>
            </a:r>
            <a:r>
              <a:rPr lang="en-US" sz="2400" dirty="0"/>
              <a:t> 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52797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Distance Measure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Feature Comparison:</a:t>
            </a:r>
            <a:r>
              <a:rPr lang="en-US" sz="1800" dirty="0"/>
              <a:t> Determines how "close" or similar visual features are, forming the basis for matching and retrieval.</a:t>
            </a:r>
          </a:p>
          <a:p>
            <a:r>
              <a:rPr lang="en-US" sz="1800" b="1" dirty="0"/>
              <a:t>Image Segmentation &amp; Clustering:</a:t>
            </a:r>
            <a:r>
              <a:rPr lang="en-US" sz="1800" dirty="0"/>
              <a:t> Groups similar pixels or objects, defining boundaries and </a:t>
            </a:r>
            <a:r>
              <a:rPr lang="en-US" sz="1800" dirty="0" smtClean="0"/>
              <a:t>regions.</a:t>
            </a:r>
            <a:endParaRPr lang="en-US" sz="1800" dirty="0"/>
          </a:p>
          <a:p>
            <a:r>
              <a:rPr lang="en-US" sz="1800" b="1" dirty="0"/>
              <a:t>Shape Analysis:</a:t>
            </a:r>
            <a:r>
              <a:rPr lang="en-US" sz="1800" dirty="0"/>
              <a:t> Helps understand object shapes and sizes by measuring distances between foreground pixels.</a:t>
            </a:r>
          </a:p>
          <a:p>
            <a:r>
              <a:rPr lang="en-US" sz="1800" b="1" dirty="0"/>
              <a:t>Pattern Recognition:</a:t>
            </a:r>
            <a:r>
              <a:rPr lang="en-US" sz="1800" dirty="0"/>
              <a:t> Essential for classifying patterns by comparing test samples to known ones.</a:t>
            </a:r>
          </a:p>
          <a:p>
            <a:r>
              <a:rPr lang="en-US" sz="1800" b="1" dirty="0"/>
              <a:t>Computer Vision Applications:</a:t>
            </a:r>
            <a:r>
              <a:rPr lang="en-US" sz="1800" dirty="0"/>
              <a:t> Powers tasks like object detection in autonomous vehicles, content-based image retrieval, and medical imaging analysis.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843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Distance Measure</vt:lpstr>
      <vt:lpstr>Distance Measure </vt:lpstr>
      <vt:lpstr>Distance Measure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Measure</dc:title>
  <dc:creator>Admin</dc:creator>
  <cp:lastModifiedBy>Admin</cp:lastModifiedBy>
  <cp:revision>1</cp:revision>
  <dcterms:created xsi:type="dcterms:W3CDTF">2026-01-06T08:09:24Z</dcterms:created>
  <dcterms:modified xsi:type="dcterms:W3CDTF">2026-01-06T08:09:46Z</dcterms:modified>
</cp:coreProperties>
</file>