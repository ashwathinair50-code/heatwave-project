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92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E57D-DC55-4C84-A563-846AF5AD8D8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0D24-3361-4FA9-B92D-AE1D4B205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039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E57D-DC55-4C84-A563-846AF5AD8D8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0D24-3361-4FA9-B92D-AE1D4B205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700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E57D-DC55-4C84-A563-846AF5AD8D8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0D24-3361-4FA9-B92D-AE1D4B205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16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E57D-DC55-4C84-A563-846AF5AD8D8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0D24-3361-4FA9-B92D-AE1D4B205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523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E57D-DC55-4C84-A563-846AF5AD8D8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0D24-3361-4FA9-B92D-AE1D4B205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88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E57D-DC55-4C84-A563-846AF5AD8D8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0D24-3361-4FA9-B92D-AE1D4B205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78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E57D-DC55-4C84-A563-846AF5AD8D8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0D24-3361-4FA9-B92D-AE1D4B205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881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E57D-DC55-4C84-A563-846AF5AD8D8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0D24-3361-4FA9-B92D-AE1D4B205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78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E57D-DC55-4C84-A563-846AF5AD8D8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0D24-3361-4FA9-B92D-AE1D4B205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53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E57D-DC55-4C84-A563-846AF5AD8D8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0D24-3361-4FA9-B92D-AE1D4B205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552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7E57D-DC55-4C84-A563-846AF5AD8D8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F0D24-3361-4FA9-B92D-AE1D4B205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701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7E57D-DC55-4C84-A563-846AF5AD8D8F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F0D24-3361-4FA9-B92D-AE1D4B2053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733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Transformation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dirty="0"/>
              <a:t>Image transformation in digital image processing involves mathematical operations to alter an image, either by changing pixel values (</a:t>
            </a:r>
            <a:r>
              <a:rPr lang="en-US" sz="2600" b="1" dirty="0"/>
              <a:t>intensity/gray-level transformations </a:t>
            </a:r>
            <a:r>
              <a:rPr lang="en-US" sz="2600" dirty="0"/>
              <a:t>like contrast adjustment) or by remapping pixel locations (</a:t>
            </a:r>
            <a:r>
              <a:rPr lang="en-US" sz="2600" b="1" dirty="0"/>
              <a:t>geometric transformations </a:t>
            </a:r>
            <a:r>
              <a:rPr lang="en-US" sz="2600" dirty="0"/>
              <a:t>like scaling, rotating, or shearing) for tasks like alignment, enhancement, or </a:t>
            </a:r>
            <a:r>
              <a:rPr lang="en-US" sz="2600" dirty="0" smtClean="0"/>
              <a:t>analysis.</a:t>
            </a:r>
            <a:r>
              <a:rPr lang="en-US" sz="2600" dirty="0"/>
              <a:t> </a:t>
            </a:r>
            <a:endParaRPr lang="en-US" sz="2600" dirty="0" smtClean="0"/>
          </a:p>
          <a:p>
            <a:pPr marL="0" indent="0">
              <a:buNone/>
            </a:pPr>
            <a:endParaRPr lang="en-US" sz="2600" dirty="0" smtClean="0"/>
          </a:p>
          <a:p>
            <a:pPr marL="0" indent="0">
              <a:buNone/>
            </a:pPr>
            <a:r>
              <a:rPr lang="en-IN" sz="2600" b="1" u="sng" dirty="0"/>
              <a:t>Geometric </a:t>
            </a:r>
            <a:r>
              <a:rPr lang="en-IN" sz="2600" b="1" u="sng" dirty="0" smtClean="0"/>
              <a:t>Transformations</a:t>
            </a:r>
          </a:p>
          <a:p>
            <a:pPr marL="0" indent="0">
              <a:buNone/>
            </a:pPr>
            <a:r>
              <a:rPr lang="en-US" sz="2600" b="1" dirty="0"/>
              <a:t>Purpose</a:t>
            </a:r>
            <a:r>
              <a:rPr lang="en-US" sz="2600" dirty="0"/>
              <a:t>: </a:t>
            </a:r>
            <a:r>
              <a:rPr lang="en-US" sz="2600" dirty="0" smtClean="0"/>
              <a:t>Alter </a:t>
            </a:r>
            <a:r>
              <a:rPr lang="en-US" sz="2600" dirty="0"/>
              <a:t>the spatial arrangement (shape, size, orientation) of pixels.</a:t>
            </a:r>
          </a:p>
          <a:p>
            <a:pPr marL="0" indent="0">
              <a:buNone/>
            </a:pPr>
            <a:r>
              <a:rPr lang="en-US" sz="2600" b="1" dirty="0"/>
              <a:t>Examples</a:t>
            </a:r>
            <a:r>
              <a:rPr lang="en-US" sz="2600" dirty="0"/>
              <a:t>:</a:t>
            </a:r>
          </a:p>
          <a:p>
            <a:pPr lvl="1"/>
            <a:r>
              <a:rPr lang="en-US" sz="2600" b="1" dirty="0"/>
              <a:t>Translation</a:t>
            </a:r>
            <a:r>
              <a:rPr lang="en-US" sz="2600" dirty="0"/>
              <a:t>: Shifting the image.</a:t>
            </a:r>
          </a:p>
          <a:p>
            <a:pPr lvl="1"/>
            <a:r>
              <a:rPr lang="en-US" sz="2600" b="1" dirty="0"/>
              <a:t>Scaling</a:t>
            </a:r>
            <a:r>
              <a:rPr lang="en-US" sz="2600" dirty="0"/>
              <a:t>: Resizing (zooming in/out).</a:t>
            </a:r>
          </a:p>
          <a:p>
            <a:pPr lvl="1"/>
            <a:r>
              <a:rPr lang="en-US" sz="2600" b="1" dirty="0"/>
              <a:t>Rotation</a:t>
            </a:r>
            <a:r>
              <a:rPr lang="en-US" sz="2600" dirty="0"/>
              <a:t>: Turning the image.</a:t>
            </a:r>
          </a:p>
          <a:p>
            <a:pPr lvl="1"/>
            <a:r>
              <a:rPr lang="en-US" sz="2600" b="1" dirty="0"/>
              <a:t>Reflection</a:t>
            </a:r>
            <a:r>
              <a:rPr lang="en-US" sz="2600" dirty="0"/>
              <a:t>: Flipping the image.</a:t>
            </a:r>
          </a:p>
          <a:p>
            <a:pPr lvl="1"/>
            <a:r>
              <a:rPr lang="en-US" sz="2600" b="1" dirty="0"/>
              <a:t>Shearing</a:t>
            </a:r>
            <a:r>
              <a:rPr lang="en-US" sz="2600" dirty="0"/>
              <a:t>: Slanting the image.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224676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u="sng" dirty="0"/>
              <a:t>Scaling in 2D</a:t>
            </a:r>
          </a:p>
          <a:p>
            <a:pPr marL="400050" lvl="1" indent="0">
              <a:buNone/>
            </a:pPr>
            <a:r>
              <a:rPr lang="en-US" sz="1800" dirty="0"/>
              <a:t>Image scaling in processing is resizing an image larger (</a:t>
            </a:r>
            <a:r>
              <a:rPr lang="en-US" sz="1800" dirty="0" err="1"/>
              <a:t>upscaling</a:t>
            </a:r>
            <a:r>
              <a:rPr lang="en-US" sz="1800" dirty="0"/>
              <a:t>) or smaller (downscaling) by creating new pixel data, a crucial operation for applications like web design, computer vision, and gaming.</a:t>
            </a:r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r>
              <a:rPr lang="en-US" sz="2000" b="1" u="sng" dirty="0" smtClean="0"/>
              <a:t>Translation </a:t>
            </a:r>
            <a:r>
              <a:rPr lang="en-US" sz="2000" b="1" u="sng" dirty="0"/>
              <a:t>in 2D</a:t>
            </a:r>
          </a:p>
          <a:p>
            <a:pPr marL="400050" lvl="1" indent="0">
              <a:buNone/>
            </a:pPr>
            <a:r>
              <a:rPr lang="en-US" sz="1800" dirty="0"/>
              <a:t>Repositioning the object along a straight line path from one coordinate location to another. It simply moves the image without changing it’s shape or size.</a:t>
            </a:r>
          </a:p>
          <a:p>
            <a:pPr marL="400050" lvl="1" indent="0">
              <a:buNone/>
            </a:pPr>
            <a:r>
              <a:rPr lang="en-IN" sz="1800" b="1" dirty="0"/>
              <a:t>Translation vector</a:t>
            </a:r>
            <a:r>
              <a:rPr lang="en-IN" sz="1800" dirty="0"/>
              <a:t> defines how much to shift an image or its components (pixels) horizontally and vertically, acting as a "slide" that moves points from (</a:t>
            </a:r>
            <a:r>
              <a:rPr lang="en-IN" sz="1800" dirty="0" err="1"/>
              <a:t>x,y</a:t>
            </a:r>
            <a:r>
              <a:rPr lang="en-IN" sz="1800" dirty="0"/>
              <a:t>) to (</a:t>
            </a:r>
            <a:r>
              <a:rPr lang="en-IN" sz="1800" dirty="0" err="1"/>
              <a:t>x+a,y+b</a:t>
            </a:r>
            <a:r>
              <a:rPr lang="en-IN" sz="1800" dirty="0"/>
              <a:t>), where ⟨</a:t>
            </a:r>
            <a:r>
              <a:rPr lang="en-IN" sz="1800" dirty="0" err="1"/>
              <a:t>a,b⟩is</a:t>
            </a:r>
            <a:r>
              <a:rPr lang="en-IN" sz="1800" dirty="0"/>
              <a:t> the vector</a:t>
            </a:r>
            <a:r>
              <a:rPr lang="en-IN" sz="1800" dirty="0" smtClean="0"/>
              <a:t>.</a:t>
            </a:r>
          </a:p>
          <a:p>
            <a:pPr marL="400050" lvl="1" indent="0">
              <a:buNone/>
            </a:pPr>
            <a:endParaRPr lang="en-US" sz="2000" b="1" u="sng" dirty="0" smtClean="0"/>
          </a:p>
        </p:txBody>
      </p:sp>
    </p:spTree>
    <p:extLst>
      <p:ext uri="{BB962C8B-B14F-4D97-AF65-F5344CB8AC3E}">
        <p14:creationId xmlns:p14="http://schemas.microsoft.com/office/powerpoint/2010/main" val="633108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u="sng" dirty="0"/>
              <a:t>Rotation in 2D</a:t>
            </a:r>
          </a:p>
          <a:p>
            <a:pPr marL="400050" lvl="1" indent="0">
              <a:buNone/>
            </a:pPr>
            <a:r>
              <a:rPr lang="en-US" sz="1700" dirty="0"/>
              <a:t>Image rotation in image processing is transforming an image by turning it around a fixed point (usually the center) by a specific angle.</a:t>
            </a:r>
            <a:endParaRPr lang="en-US" sz="1700" b="1" u="sng" dirty="0"/>
          </a:p>
          <a:p>
            <a:pPr marL="0" indent="0">
              <a:buNone/>
            </a:pPr>
            <a:endParaRPr lang="en-US" sz="2000" b="1" u="sng" dirty="0"/>
          </a:p>
          <a:p>
            <a:pPr marL="0" indent="0">
              <a:buNone/>
            </a:pPr>
            <a:r>
              <a:rPr lang="en-IN" sz="1800" dirty="0"/>
              <a:t>						</a:t>
            </a:r>
          </a:p>
          <a:p>
            <a:pPr marL="400050" lvl="1" indent="0">
              <a:buNone/>
            </a:pPr>
            <a:endParaRPr lang="en-IN" sz="1800" dirty="0"/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780928"/>
            <a:ext cx="6084609" cy="3247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4274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</Words>
  <Application>Microsoft Office PowerPoint</Application>
  <PresentationFormat>On-screen Show (4:3)</PresentationFormat>
  <Paragraphs>22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Image Transformation </vt:lpstr>
      <vt:lpstr>PowerPoint Presentation</vt:lpstr>
      <vt:lpstr>PowerPoint Presentation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Transformation </dc:title>
  <dc:creator>Admin</dc:creator>
  <cp:lastModifiedBy>Admin</cp:lastModifiedBy>
  <cp:revision>5</cp:revision>
  <dcterms:created xsi:type="dcterms:W3CDTF">2026-01-03T10:24:43Z</dcterms:created>
  <dcterms:modified xsi:type="dcterms:W3CDTF">2026-01-05T10:05:55Z</dcterms:modified>
</cp:coreProperties>
</file>